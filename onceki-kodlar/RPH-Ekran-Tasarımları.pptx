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3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F3B9566-5976-43CE-A4F8-15C431E14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DF42A192-FF90-434F-B145-CB2D27DD1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781A175-42A9-4ABF-BA06-77EB27DCD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7C44-9617-4BD1-BA5C-EF6FA5EDA0E1}" type="datetimeFigureOut">
              <a:rPr lang="tr-TR" smtClean="0"/>
              <a:t>23.06.2025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8E367E8-066F-4269-9EDE-97FE9210D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95BC4C3-24D0-4BB2-822D-D2185F4F3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F746F-931A-41F1-9D5E-04EE9E49B0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44731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EFC5E52-5952-4769-B4FF-AB613CFB5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574B0F8-144F-4A62-A04A-B26DB9227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6814A1C-6BA3-499A-B2C0-D3064EA6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7C44-9617-4BD1-BA5C-EF6FA5EDA0E1}" type="datetimeFigureOut">
              <a:rPr lang="tr-TR" smtClean="0"/>
              <a:t>23.06.2025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8197B25-F1C2-461F-B45B-9C310B706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E80D9C0-5D85-4A56-B6C9-FC402D0B6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F746F-931A-41F1-9D5E-04EE9E49B0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61061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64BF242-48E6-47E3-806A-BF0918010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933D250-6D48-4E4B-BF6D-1AEF9E214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350E864-D806-47A3-8C2E-D13AA3C22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7C44-9617-4BD1-BA5C-EF6FA5EDA0E1}" type="datetimeFigureOut">
              <a:rPr lang="tr-TR" smtClean="0"/>
              <a:t>23.06.2025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FF7ECF9-1435-49EA-99F4-E2B8DDB90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6635CF1-5F47-4AB1-9B56-4D1855ECD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F746F-931A-41F1-9D5E-04EE9E49B0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49690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37957B7-3730-4526-A557-B1F74F96A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45EF45F-0ED1-4F57-971F-D63ADAD906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7D87A744-4DF6-43FC-905B-DD349EE8C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C2BF57C-240F-4161-807F-5831CA733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7C44-9617-4BD1-BA5C-EF6FA5EDA0E1}" type="datetimeFigureOut">
              <a:rPr lang="tr-TR" smtClean="0"/>
              <a:t>23.06.2025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9923B2E-413D-4C61-AAC2-C5A58294F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5319427A-3C1B-43ED-958D-FDE03D008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F746F-931A-41F1-9D5E-04EE9E49B0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54093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8BA2270-1E32-4E1B-B7D0-EB2BC8466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93F3DEB-A40F-483E-BC73-FBCCED5AE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7B4B0A73-66AD-4F95-9DFD-4709FFF7F5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4146D236-793F-4699-BEAC-70C586A3AE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6690F43A-450B-4F88-9EAA-579F27A8A1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9FEB1A56-411D-46BC-955D-833386336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7C44-9617-4BD1-BA5C-EF6FA5EDA0E1}" type="datetimeFigureOut">
              <a:rPr lang="tr-TR" smtClean="0"/>
              <a:t>23.06.2025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6A589F15-80A6-4663-9D03-47BE976E5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A9E0B156-7D05-433E-8581-8F8A1C1DA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F746F-931A-41F1-9D5E-04EE9E49B0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3020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E718247-F88D-43F1-9CA7-668C6A4DC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5EACF679-1123-4B6A-84FB-737A7299C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7C44-9617-4BD1-BA5C-EF6FA5EDA0E1}" type="datetimeFigureOut">
              <a:rPr lang="tr-TR" smtClean="0"/>
              <a:t>23.06.2025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1359002C-AA8A-40F7-941C-588B816E7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54265E57-018C-4D18-9568-1A2BAAC40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F746F-931A-41F1-9D5E-04EE9E49B0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16206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E6CE2E82-172C-442E-AEB3-A6569C903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7C44-9617-4BD1-BA5C-EF6FA5EDA0E1}" type="datetimeFigureOut">
              <a:rPr lang="tr-TR" smtClean="0"/>
              <a:t>23.06.2025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DC38193C-3B53-43B9-8118-FCB4EA42A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55986F2-6D59-4168-947A-0D7862B2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F746F-931A-41F1-9D5E-04EE9E49B0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33085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E8A42D0-A657-481E-A377-0D8EEE551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BC29BD7-306B-4772-AE5A-9BD21EA03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4212677-A13E-415B-BA15-96CA2EDC46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DE8BE9A-E532-4DF8-B372-F8ECA04D6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7C44-9617-4BD1-BA5C-EF6FA5EDA0E1}" type="datetimeFigureOut">
              <a:rPr lang="tr-TR" smtClean="0"/>
              <a:t>23.06.2025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5C699EF-D3E0-4C52-A8E1-25AE96D56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E1EE979-9B39-4C8F-AFC2-B9EA9DE3A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F746F-931A-41F1-9D5E-04EE9E49B0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76987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54C6F1D-22F9-441B-B2D3-0E95C7C4D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20B73739-372E-4376-AC8D-DCFE42C2D4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436DAB54-66AF-49BF-8F73-30C4EABAA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CB41704-1A69-4114-818C-1FB29774B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7C44-9617-4BD1-BA5C-EF6FA5EDA0E1}" type="datetimeFigureOut">
              <a:rPr lang="tr-TR" smtClean="0"/>
              <a:t>23.06.2025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096CC62-B3D8-46A7-8C61-C43A155F2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D31048D-262C-485E-9E11-20E7A3C79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F746F-931A-41F1-9D5E-04EE9E49B0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45787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278250B-BE5B-45DD-A40B-76416B685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015F503A-D1B8-44DA-AE5E-59F02EAC78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44CF109-711F-45A6-B126-A27910003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7C44-9617-4BD1-BA5C-EF6FA5EDA0E1}" type="datetimeFigureOut">
              <a:rPr lang="tr-TR" smtClean="0"/>
              <a:t>23.06.2025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05796E1-D491-4C47-90DB-6A2981D9A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14B37E8-3893-4E5A-9F08-64F03EB9C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F746F-931A-41F1-9D5E-04EE9E49B0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24844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8EF23B50-5FCB-46D0-B551-D83686CFC5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C2D7E65E-F133-4E17-A395-69A226785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F371621-80E7-4EDB-BFE8-7FD58C5AC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7C44-9617-4BD1-BA5C-EF6FA5EDA0E1}" type="datetimeFigureOut">
              <a:rPr lang="tr-TR" smtClean="0"/>
              <a:t>23.06.2025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82A510F-7AF4-4245-AEB2-B9B3ED6F6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087E340-7480-4F1E-A078-A11E17032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F746F-931A-41F1-9D5E-04EE9E49B0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57091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B053ABE2-6063-4FD5-B14F-4F8CE7331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50CF0A9-925A-416E-A860-0EE14F444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CE006F4-75E0-4395-A428-10E0305B16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47C44-9617-4BD1-BA5C-EF6FA5EDA0E1}" type="datetimeFigureOut">
              <a:rPr lang="tr-TR" smtClean="0"/>
              <a:t>23.06.2025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F0FC67F-7BF4-4197-BF2F-53234B3DF7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D5F43E2-C01A-4012-BF92-EB67738307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F746F-931A-41F1-9D5E-04EE9E49B0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51713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slide" Target="slide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494B8AB-0D3F-4A76-9007-F06E27446F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51AC139C-A45F-47FD-A7F8-D66B774143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6272CF69-AE71-4BE0-B5E6-FC6B49DAE9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583"/>
            <a:ext cx="12192000" cy="6747407"/>
          </a:xfrm>
          <a:prstGeom prst="rect">
            <a:avLst/>
          </a:prstGeom>
        </p:spPr>
      </p:pic>
      <p:sp>
        <p:nvSpPr>
          <p:cNvPr id="11" name="Ok: Aşağı 10">
            <a:hlinkClick r:id="rId3" action="ppaction://hlinksldjump"/>
            <a:extLst>
              <a:ext uri="{FF2B5EF4-FFF2-40B4-BE49-F238E27FC236}">
                <a16:creationId xmlns:a16="http://schemas.microsoft.com/office/drawing/2014/main" id="{18D6E877-4E79-436D-AFDF-F01E716C28A9}"/>
              </a:ext>
            </a:extLst>
          </p:cNvPr>
          <p:cNvSpPr/>
          <p:nvPr/>
        </p:nvSpPr>
        <p:spPr>
          <a:xfrm>
            <a:off x="9746427" y="4458475"/>
            <a:ext cx="304800" cy="7743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" name="Ok: Aşağı 11">
            <a:hlinkClick r:id="rId4" action="ppaction://hlinksldjump"/>
            <a:extLst>
              <a:ext uri="{FF2B5EF4-FFF2-40B4-BE49-F238E27FC236}">
                <a16:creationId xmlns:a16="http://schemas.microsoft.com/office/drawing/2014/main" id="{71FD04B9-2103-49F0-A95C-666E0B3FA2C0}"/>
              </a:ext>
            </a:extLst>
          </p:cNvPr>
          <p:cNvSpPr/>
          <p:nvPr/>
        </p:nvSpPr>
        <p:spPr>
          <a:xfrm>
            <a:off x="11079892" y="4458795"/>
            <a:ext cx="280086" cy="7743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BABB39DA-A28D-435F-A0EE-8D55DCB3C809}"/>
              </a:ext>
            </a:extLst>
          </p:cNvPr>
          <p:cNvSpPr txBox="1"/>
          <p:nvPr/>
        </p:nvSpPr>
        <p:spPr>
          <a:xfrm>
            <a:off x="9283432" y="3981550"/>
            <a:ext cx="12307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100" b="1" dirty="0">
                <a:solidFill>
                  <a:srgbClr val="FF0000"/>
                </a:solidFill>
              </a:rPr>
              <a:t>Sipariş Detay Ekranına Gider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D20CE99A-3336-488F-8E16-731D0FD0B649}"/>
              </a:ext>
            </a:extLst>
          </p:cNvPr>
          <p:cNvSpPr txBox="1"/>
          <p:nvPr/>
        </p:nvSpPr>
        <p:spPr>
          <a:xfrm>
            <a:off x="10668000" y="3913072"/>
            <a:ext cx="16950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rgbClr val="FF0000"/>
                </a:solidFill>
              </a:rPr>
              <a:t>Yarı Mamul Detay Ekranına Gider</a:t>
            </a:r>
          </a:p>
          <a:p>
            <a:endParaRPr lang="tr-TR" dirty="0"/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D32556A9-907F-40C2-A3A2-C20B211349EE}"/>
              </a:ext>
            </a:extLst>
          </p:cNvPr>
          <p:cNvSpPr/>
          <p:nvPr/>
        </p:nvSpPr>
        <p:spPr>
          <a:xfrm>
            <a:off x="131805" y="805443"/>
            <a:ext cx="1606378" cy="5417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00713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16F021D-06F1-4998-83E7-3ED96498C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BD36D4BC-9492-4BC8-8CE6-20641145E3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634"/>
            <a:ext cx="12021662" cy="6568732"/>
          </a:xfrm>
        </p:spPr>
      </p:pic>
      <p:sp>
        <p:nvSpPr>
          <p:cNvPr id="6" name="Dikdörtgen 5">
            <a:extLst>
              <a:ext uri="{FF2B5EF4-FFF2-40B4-BE49-F238E27FC236}">
                <a16:creationId xmlns:a16="http://schemas.microsoft.com/office/drawing/2014/main" id="{D47AB6E8-0A8E-4F97-8080-97422EE7A135}"/>
              </a:ext>
            </a:extLst>
          </p:cNvPr>
          <p:cNvSpPr/>
          <p:nvPr/>
        </p:nvSpPr>
        <p:spPr>
          <a:xfrm>
            <a:off x="170338" y="858666"/>
            <a:ext cx="1606378" cy="5417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63189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0FB7833-F655-46FF-9311-0C622E164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D5758923-7FD6-42F4-8EE7-DEFBDB6A56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93" y="128631"/>
            <a:ext cx="11928225" cy="6590914"/>
          </a:xfrm>
        </p:spPr>
      </p:pic>
      <p:sp>
        <p:nvSpPr>
          <p:cNvPr id="6" name="Ok: Sol 5">
            <a:hlinkClick r:id="rId3" action="ppaction://hlinksldjump"/>
            <a:extLst>
              <a:ext uri="{FF2B5EF4-FFF2-40B4-BE49-F238E27FC236}">
                <a16:creationId xmlns:a16="http://schemas.microsoft.com/office/drawing/2014/main" id="{1990E675-E40F-482E-A57A-EF047F0B7CE2}"/>
              </a:ext>
            </a:extLst>
          </p:cNvPr>
          <p:cNvSpPr/>
          <p:nvPr/>
        </p:nvSpPr>
        <p:spPr>
          <a:xfrm>
            <a:off x="8830962" y="3632886"/>
            <a:ext cx="1186249" cy="28832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B28CCFF7-3E05-411A-B464-E163B06378AD}"/>
              </a:ext>
            </a:extLst>
          </p:cNvPr>
          <p:cNvSpPr txBox="1"/>
          <p:nvPr/>
        </p:nvSpPr>
        <p:spPr>
          <a:xfrm>
            <a:off x="10017211" y="3466452"/>
            <a:ext cx="16950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rgbClr val="FF0000"/>
                </a:solidFill>
              </a:rPr>
              <a:t>Yarı Mamul Detay Ekranına Gider</a:t>
            </a:r>
          </a:p>
          <a:p>
            <a:endParaRPr lang="tr-TR" dirty="0"/>
          </a:p>
        </p:txBody>
      </p:sp>
      <p:sp>
        <p:nvSpPr>
          <p:cNvPr id="3" name="Eylem Düğmesi: Girişe Git 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D7A36DF5-89F5-4E81-B789-114AB82B4DF3}"/>
              </a:ext>
            </a:extLst>
          </p:cNvPr>
          <p:cNvSpPr/>
          <p:nvPr/>
        </p:nvSpPr>
        <p:spPr>
          <a:xfrm>
            <a:off x="10864718" y="365125"/>
            <a:ext cx="634313" cy="444844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45C8A67C-4B84-42E6-BA42-820B985BC32A}"/>
              </a:ext>
            </a:extLst>
          </p:cNvPr>
          <p:cNvSpPr txBox="1"/>
          <p:nvPr/>
        </p:nvSpPr>
        <p:spPr>
          <a:xfrm>
            <a:off x="10814379" y="809969"/>
            <a:ext cx="89784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rgbClr val="FF0000"/>
                </a:solidFill>
              </a:rPr>
              <a:t>Ana Sayfaya Dönme Butonu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5217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4BC913D-5D1F-44B6-BBC8-7C55FACCF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"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395B7C52-FE10-40E7-9C9A-0A8FC20AF0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7" y="112155"/>
            <a:ext cx="12058148" cy="6560494"/>
          </a:xfrm>
        </p:spPr>
      </p:pic>
      <p:sp>
        <p:nvSpPr>
          <p:cNvPr id="6" name="Ok: Yukarı 5">
            <a:hlinkClick r:id="rId3" action="ppaction://hlinksldjump"/>
            <a:extLst>
              <a:ext uri="{FF2B5EF4-FFF2-40B4-BE49-F238E27FC236}">
                <a16:creationId xmlns:a16="http://schemas.microsoft.com/office/drawing/2014/main" id="{37E6F035-9B4B-4149-BA73-DF9497D61C11}"/>
              </a:ext>
            </a:extLst>
          </p:cNvPr>
          <p:cNvSpPr/>
          <p:nvPr/>
        </p:nvSpPr>
        <p:spPr>
          <a:xfrm>
            <a:off x="10939849" y="3864511"/>
            <a:ext cx="280087" cy="63431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72A85F07-DA0E-4B95-8C50-BE2A71B5AF8E}"/>
              </a:ext>
            </a:extLst>
          </p:cNvPr>
          <p:cNvSpPr txBox="1"/>
          <p:nvPr/>
        </p:nvSpPr>
        <p:spPr>
          <a:xfrm>
            <a:off x="10232385" y="4590406"/>
            <a:ext cx="16950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rgbClr val="FF0000"/>
                </a:solidFill>
              </a:rPr>
              <a:t>Kütük Proses Bilgileri Ekranına Gider</a:t>
            </a:r>
          </a:p>
          <a:p>
            <a:endParaRPr lang="tr-TR" dirty="0"/>
          </a:p>
        </p:txBody>
      </p:sp>
      <p:sp>
        <p:nvSpPr>
          <p:cNvPr id="8" name="Eylem Düğmesi: Girişe Git 7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F8792AD8-CED4-45D4-B644-DDB3EE917B88}"/>
              </a:ext>
            </a:extLst>
          </p:cNvPr>
          <p:cNvSpPr/>
          <p:nvPr/>
        </p:nvSpPr>
        <p:spPr>
          <a:xfrm>
            <a:off x="10864718" y="365125"/>
            <a:ext cx="634313" cy="444844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F7BC11CD-F4E7-44F1-A54E-C2D7BF9F3DB7}"/>
              </a:ext>
            </a:extLst>
          </p:cNvPr>
          <p:cNvSpPr txBox="1"/>
          <p:nvPr/>
        </p:nvSpPr>
        <p:spPr>
          <a:xfrm>
            <a:off x="10814379" y="809969"/>
            <a:ext cx="89784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rgbClr val="FF0000"/>
                </a:solidFill>
              </a:rPr>
              <a:t>Ana Sayfaya Dönme Butonu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69648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688DC7-02C1-4304-8990-42C623645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1CB13C08-4AF2-40BA-9260-E22321F4FD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0" y="79203"/>
            <a:ext cx="11928781" cy="6522075"/>
          </a:xfrm>
        </p:spPr>
      </p:pic>
      <p:sp>
        <p:nvSpPr>
          <p:cNvPr id="4" name="Eylem Düğmesi: Girişe Git 3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258AF61E-E266-4A79-87E6-0AA969EBFF2C}"/>
              </a:ext>
            </a:extLst>
          </p:cNvPr>
          <p:cNvSpPr/>
          <p:nvPr/>
        </p:nvSpPr>
        <p:spPr>
          <a:xfrm>
            <a:off x="10864718" y="365125"/>
            <a:ext cx="634313" cy="444844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42B2DE40-BA12-409D-B323-F45385092E4C}"/>
              </a:ext>
            </a:extLst>
          </p:cNvPr>
          <p:cNvSpPr txBox="1"/>
          <p:nvPr/>
        </p:nvSpPr>
        <p:spPr>
          <a:xfrm>
            <a:off x="10814379" y="809969"/>
            <a:ext cx="89784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rgbClr val="FF0000"/>
                </a:solidFill>
              </a:rPr>
              <a:t>Ana Sayfaya Dönme Butonu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21078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E7BC13A-97F1-451D-BFE9-9F661F9AD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7E0D01F3-129A-45DD-B265-44C55CF794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45" y="252197"/>
            <a:ext cx="11883223" cy="6531381"/>
          </a:xfrm>
        </p:spPr>
      </p:pic>
      <p:sp>
        <p:nvSpPr>
          <p:cNvPr id="4" name="Eylem Düğmesi: Girişe Git 3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FC4ED7F6-5F05-462C-9AB3-F533AB6A21FC}"/>
              </a:ext>
            </a:extLst>
          </p:cNvPr>
          <p:cNvSpPr/>
          <p:nvPr/>
        </p:nvSpPr>
        <p:spPr>
          <a:xfrm>
            <a:off x="10864718" y="365125"/>
            <a:ext cx="634313" cy="444844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674279C3-4904-4D1F-B81B-0F80E4594CBE}"/>
              </a:ext>
            </a:extLst>
          </p:cNvPr>
          <p:cNvSpPr txBox="1"/>
          <p:nvPr/>
        </p:nvSpPr>
        <p:spPr>
          <a:xfrm>
            <a:off x="10814379" y="809969"/>
            <a:ext cx="89784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rgbClr val="FF0000"/>
                </a:solidFill>
              </a:rPr>
              <a:t>Ana Sayfaya Dönme Butonu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1552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0F4F8A3-ADBD-434D-84F4-DCE439A8F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EA5845F6-42FB-493E-9FB8-34516A4ED8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4"/>
          <a:stretch/>
        </p:blipFill>
        <p:spPr>
          <a:xfrm>
            <a:off x="171822" y="0"/>
            <a:ext cx="11822470" cy="6566523"/>
          </a:xfrm>
        </p:spPr>
      </p:pic>
      <p:sp>
        <p:nvSpPr>
          <p:cNvPr id="6" name="Ok: Yukarı 5">
            <a:hlinkClick r:id="rId3" action="ppaction://hlinksldjump"/>
            <a:extLst>
              <a:ext uri="{FF2B5EF4-FFF2-40B4-BE49-F238E27FC236}">
                <a16:creationId xmlns:a16="http://schemas.microsoft.com/office/drawing/2014/main" id="{DCC07F10-6A33-4B53-8832-5493A0FA63DB}"/>
              </a:ext>
            </a:extLst>
          </p:cNvPr>
          <p:cNvSpPr/>
          <p:nvPr/>
        </p:nvSpPr>
        <p:spPr>
          <a:xfrm>
            <a:off x="10462054" y="3155092"/>
            <a:ext cx="461319" cy="132556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EEF03EA9-A84F-4BA6-8EDC-9520614D4070}"/>
              </a:ext>
            </a:extLst>
          </p:cNvPr>
          <p:cNvSpPr txBox="1"/>
          <p:nvPr/>
        </p:nvSpPr>
        <p:spPr>
          <a:xfrm>
            <a:off x="9910119" y="4646240"/>
            <a:ext cx="16950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rgbClr val="FF0000"/>
                </a:solidFill>
              </a:rPr>
              <a:t>Paket Takibi Ekranına Gider</a:t>
            </a:r>
          </a:p>
          <a:p>
            <a:endParaRPr lang="tr-TR" dirty="0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D27600AD-CBB1-4074-9CA2-070167ED9116}"/>
              </a:ext>
            </a:extLst>
          </p:cNvPr>
          <p:cNvSpPr/>
          <p:nvPr/>
        </p:nvSpPr>
        <p:spPr>
          <a:xfrm>
            <a:off x="354227" y="1555742"/>
            <a:ext cx="1606378" cy="3954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Eylem Düğmesi: Girişe Git 9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87201E32-E4E3-4E08-8192-187F77DCD2EF}"/>
              </a:ext>
            </a:extLst>
          </p:cNvPr>
          <p:cNvSpPr/>
          <p:nvPr/>
        </p:nvSpPr>
        <p:spPr>
          <a:xfrm>
            <a:off x="11036643" y="6048031"/>
            <a:ext cx="634313" cy="444844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09FFDBF0-1AF9-4F40-B0CA-8BB0F1D0FE38}"/>
              </a:ext>
            </a:extLst>
          </p:cNvPr>
          <p:cNvSpPr txBox="1"/>
          <p:nvPr/>
        </p:nvSpPr>
        <p:spPr>
          <a:xfrm>
            <a:off x="10308703" y="5979468"/>
            <a:ext cx="89784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rgbClr val="FF0000"/>
                </a:solidFill>
              </a:rPr>
              <a:t>Ana Sayfaya Dönme Butonu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41874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A9AAB50-FFAC-48D2-B264-6591BA1DD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18F4784C-74E5-4514-80AF-845E474669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96" y="-72934"/>
            <a:ext cx="11862220" cy="6774794"/>
          </a:xfrm>
        </p:spPr>
      </p:pic>
      <p:sp>
        <p:nvSpPr>
          <p:cNvPr id="6" name="Ok: Yukarı 5">
            <a:hlinkClick r:id="rId3" action="ppaction://hlinksldjump"/>
            <a:extLst>
              <a:ext uri="{FF2B5EF4-FFF2-40B4-BE49-F238E27FC236}">
                <a16:creationId xmlns:a16="http://schemas.microsoft.com/office/drawing/2014/main" id="{4A9B2A03-E8B7-44C0-A56E-95E119B55BDA}"/>
              </a:ext>
            </a:extLst>
          </p:cNvPr>
          <p:cNvSpPr/>
          <p:nvPr/>
        </p:nvSpPr>
        <p:spPr>
          <a:xfrm>
            <a:off x="11129319" y="3921211"/>
            <a:ext cx="224481" cy="87321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Ok: Yukarı 6">
            <a:hlinkClick r:id="rId4" action="ppaction://hlinksldjump"/>
            <a:extLst>
              <a:ext uri="{FF2B5EF4-FFF2-40B4-BE49-F238E27FC236}">
                <a16:creationId xmlns:a16="http://schemas.microsoft.com/office/drawing/2014/main" id="{CCB48FF3-562A-4708-8E79-198300692B8B}"/>
              </a:ext>
            </a:extLst>
          </p:cNvPr>
          <p:cNvSpPr/>
          <p:nvPr/>
        </p:nvSpPr>
        <p:spPr>
          <a:xfrm>
            <a:off x="3867665" y="3851190"/>
            <a:ext cx="224481" cy="87321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C12C4C4F-66E7-492F-9282-DC984CEC7088}"/>
              </a:ext>
            </a:extLst>
          </p:cNvPr>
          <p:cNvSpPr txBox="1"/>
          <p:nvPr/>
        </p:nvSpPr>
        <p:spPr>
          <a:xfrm>
            <a:off x="3348681" y="4794422"/>
            <a:ext cx="16950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rgbClr val="FF0000"/>
                </a:solidFill>
              </a:rPr>
              <a:t>Sipariş Detay Ekranına Gider</a:t>
            </a:r>
          </a:p>
          <a:p>
            <a:endParaRPr lang="tr-TR" dirty="0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442426F4-E25E-49DE-A481-E937A95588EA}"/>
              </a:ext>
            </a:extLst>
          </p:cNvPr>
          <p:cNvSpPr txBox="1"/>
          <p:nvPr/>
        </p:nvSpPr>
        <p:spPr>
          <a:xfrm>
            <a:off x="10381390" y="4852087"/>
            <a:ext cx="16950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rgbClr val="FF0000"/>
                </a:solidFill>
              </a:rPr>
              <a:t>Paket Oluşturma Ekranına Gider</a:t>
            </a:r>
          </a:p>
          <a:p>
            <a:endParaRPr lang="tr-TR" dirty="0"/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07E54BC6-E30D-44B0-99DC-9727081D8B0E}"/>
              </a:ext>
            </a:extLst>
          </p:cNvPr>
          <p:cNvSpPr/>
          <p:nvPr/>
        </p:nvSpPr>
        <p:spPr>
          <a:xfrm>
            <a:off x="214184" y="1181874"/>
            <a:ext cx="1606378" cy="4409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" name="Eylem Düğmesi: Girişe Git 1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E04F0889-4982-4BB5-B366-71EDECBCB9A4}"/>
              </a:ext>
            </a:extLst>
          </p:cNvPr>
          <p:cNvSpPr/>
          <p:nvPr/>
        </p:nvSpPr>
        <p:spPr>
          <a:xfrm>
            <a:off x="11031495" y="307460"/>
            <a:ext cx="634313" cy="444844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17ECF67E-59A7-45C8-93C8-0B73B425B5B8}"/>
              </a:ext>
            </a:extLst>
          </p:cNvPr>
          <p:cNvSpPr txBox="1"/>
          <p:nvPr/>
        </p:nvSpPr>
        <p:spPr>
          <a:xfrm>
            <a:off x="11060881" y="759569"/>
            <a:ext cx="89784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rgbClr val="FF0000"/>
                </a:solidFill>
              </a:rPr>
              <a:t>Ana Sayfaya Dönme Butonu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66608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00A657D-125D-4CCD-85A9-4806F2AE5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C15B750A-1090-4C34-A51B-541B44641F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78" y="62727"/>
            <a:ext cx="12003059" cy="6601683"/>
          </a:xfrm>
        </p:spPr>
      </p:pic>
      <p:sp>
        <p:nvSpPr>
          <p:cNvPr id="8" name="Dikdörtgen 7">
            <a:extLst>
              <a:ext uri="{FF2B5EF4-FFF2-40B4-BE49-F238E27FC236}">
                <a16:creationId xmlns:a16="http://schemas.microsoft.com/office/drawing/2014/main" id="{608B3431-6C51-4EF4-9B31-5F38D0248E7D}"/>
              </a:ext>
            </a:extLst>
          </p:cNvPr>
          <p:cNvSpPr/>
          <p:nvPr/>
        </p:nvSpPr>
        <p:spPr>
          <a:xfrm>
            <a:off x="197708" y="1690688"/>
            <a:ext cx="1606378" cy="5417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Eylem Düğmesi: Girişe Git 5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F2C77219-045A-453A-85BD-D71758477D90}"/>
              </a:ext>
            </a:extLst>
          </p:cNvPr>
          <p:cNvSpPr/>
          <p:nvPr/>
        </p:nvSpPr>
        <p:spPr>
          <a:xfrm>
            <a:off x="11085305" y="365125"/>
            <a:ext cx="634313" cy="444844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1897ADF4-65ED-46D0-9305-1DA2F5E15BD1}"/>
              </a:ext>
            </a:extLst>
          </p:cNvPr>
          <p:cNvSpPr txBox="1"/>
          <p:nvPr/>
        </p:nvSpPr>
        <p:spPr>
          <a:xfrm>
            <a:off x="10953538" y="809969"/>
            <a:ext cx="89784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rgbClr val="FF0000"/>
                </a:solidFill>
              </a:rPr>
              <a:t>Ana Sayfaya Dönme Butonu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16874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39D8BAB-BD17-4C9E-9D89-94C8E213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A558BDE6-6BCC-40B4-B129-1EC3504131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63"/>
          <a:stretch/>
        </p:blipFill>
        <p:spPr>
          <a:xfrm>
            <a:off x="73906" y="175014"/>
            <a:ext cx="12044187" cy="6674674"/>
          </a:xfrm>
        </p:spPr>
      </p:pic>
      <p:sp>
        <p:nvSpPr>
          <p:cNvPr id="7" name="Dikdörtgen 6">
            <a:extLst>
              <a:ext uri="{FF2B5EF4-FFF2-40B4-BE49-F238E27FC236}">
                <a16:creationId xmlns:a16="http://schemas.microsoft.com/office/drawing/2014/main" id="{765A1445-7FE8-43B7-882F-AF12F8D4DD01}"/>
              </a:ext>
            </a:extLst>
          </p:cNvPr>
          <p:cNvSpPr/>
          <p:nvPr/>
        </p:nvSpPr>
        <p:spPr>
          <a:xfrm>
            <a:off x="194836" y="2825432"/>
            <a:ext cx="1625726" cy="4614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Eylem Düğmesi: Girişe Git 5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A6B69449-4D03-4836-88B3-5AC31885F000}"/>
              </a:ext>
            </a:extLst>
          </p:cNvPr>
          <p:cNvSpPr/>
          <p:nvPr/>
        </p:nvSpPr>
        <p:spPr>
          <a:xfrm>
            <a:off x="11036643" y="488692"/>
            <a:ext cx="634313" cy="444844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694ABAB3-F636-4C21-B42C-A85788503763}"/>
              </a:ext>
            </a:extLst>
          </p:cNvPr>
          <p:cNvSpPr txBox="1"/>
          <p:nvPr/>
        </p:nvSpPr>
        <p:spPr>
          <a:xfrm>
            <a:off x="11036643" y="896370"/>
            <a:ext cx="89784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rgbClr val="FF0000"/>
                </a:solidFill>
              </a:rPr>
              <a:t>Ana Sayfaya Dönme Butonu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07172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78C717D-0096-440A-9411-EE8D91F3D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C0C7F5A4-69AD-40F1-8FCB-B9656A8B52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34" y="62727"/>
            <a:ext cx="12134154" cy="6609921"/>
          </a:xfrm>
        </p:spPr>
      </p:pic>
      <p:sp>
        <p:nvSpPr>
          <p:cNvPr id="7" name="Dikdörtgen 6">
            <a:extLst>
              <a:ext uri="{FF2B5EF4-FFF2-40B4-BE49-F238E27FC236}">
                <a16:creationId xmlns:a16="http://schemas.microsoft.com/office/drawing/2014/main" id="{CC15C757-905E-48B7-9B70-58C1EC49824F}"/>
              </a:ext>
            </a:extLst>
          </p:cNvPr>
          <p:cNvSpPr/>
          <p:nvPr/>
        </p:nvSpPr>
        <p:spPr>
          <a:xfrm>
            <a:off x="197708" y="1771134"/>
            <a:ext cx="1606378" cy="4613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Eylem Düğmesi: Girişe Git 5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A3082979-829E-4988-A530-6366E7051FD7}"/>
              </a:ext>
            </a:extLst>
          </p:cNvPr>
          <p:cNvSpPr/>
          <p:nvPr/>
        </p:nvSpPr>
        <p:spPr>
          <a:xfrm>
            <a:off x="11139180" y="439265"/>
            <a:ext cx="634313" cy="444844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D85AF08E-7BE0-4226-ADA9-F36B3E145633}"/>
              </a:ext>
            </a:extLst>
          </p:cNvPr>
          <p:cNvSpPr txBox="1"/>
          <p:nvPr/>
        </p:nvSpPr>
        <p:spPr>
          <a:xfrm>
            <a:off x="11139180" y="884109"/>
            <a:ext cx="89784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rgbClr val="FF0000"/>
                </a:solidFill>
              </a:rPr>
              <a:t>Ana Sayfaya Dönme Butonu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19043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5A7541-F287-40BE-B0EE-DC4BE42BB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1370143E-B1DC-4744-AB2C-F02BB70115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0"/>
          <a:stretch/>
        </p:blipFill>
        <p:spPr>
          <a:xfrm>
            <a:off x="197707" y="0"/>
            <a:ext cx="11771871" cy="6737683"/>
          </a:xfrm>
        </p:spPr>
      </p:pic>
      <p:sp>
        <p:nvSpPr>
          <p:cNvPr id="6" name="Dikdörtgen 5">
            <a:extLst>
              <a:ext uri="{FF2B5EF4-FFF2-40B4-BE49-F238E27FC236}">
                <a16:creationId xmlns:a16="http://schemas.microsoft.com/office/drawing/2014/main" id="{F688EE3D-4EFF-4EE5-8E6E-EAA3282BC188}"/>
              </a:ext>
            </a:extLst>
          </p:cNvPr>
          <p:cNvSpPr/>
          <p:nvPr/>
        </p:nvSpPr>
        <p:spPr>
          <a:xfrm>
            <a:off x="337752" y="2168483"/>
            <a:ext cx="1606378" cy="5417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Eylem Düğmesi: Girişe Git 6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C7E19BF9-218D-496F-99D5-7FF46A755828}"/>
              </a:ext>
            </a:extLst>
          </p:cNvPr>
          <p:cNvSpPr/>
          <p:nvPr/>
        </p:nvSpPr>
        <p:spPr>
          <a:xfrm>
            <a:off x="10551680" y="6067167"/>
            <a:ext cx="634313" cy="444844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DE9EDFCF-840B-450E-8F4C-7842C0EA1C36}"/>
              </a:ext>
            </a:extLst>
          </p:cNvPr>
          <p:cNvSpPr txBox="1"/>
          <p:nvPr/>
        </p:nvSpPr>
        <p:spPr>
          <a:xfrm>
            <a:off x="11185993" y="5868585"/>
            <a:ext cx="89784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rgbClr val="FF0000"/>
                </a:solidFill>
              </a:rPr>
              <a:t>Ana Sayfaya Dönme Butonu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77278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8BBC1D0-E35E-4C3E-BB82-E3F3D61E0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8DFE8813-85B4-4795-A821-93ADC42928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78" y="186295"/>
            <a:ext cx="11985781" cy="6453401"/>
          </a:xfrm>
        </p:spPr>
      </p:pic>
      <p:sp>
        <p:nvSpPr>
          <p:cNvPr id="6" name="Dikdörtgen 5">
            <a:extLst>
              <a:ext uri="{FF2B5EF4-FFF2-40B4-BE49-F238E27FC236}">
                <a16:creationId xmlns:a16="http://schemas.microsoft.com/office/drawing/2014/main" id="{3FF91F81-DD39-4EFC-8AF5-77CDA1CF654E}"/>
              </a:ext>
            </a:extLst>
          </p:cNvPr>
          <p:cNvSpPr/>
          <p:nvPr/>
        </p:nvSpPr>
        <p:spPr>
          <a:xfrm>
            <a:off x="222421" y="2201434"/>
            <a:ext cx="1606378" cy="5417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Eylem Düğmesi: Girişe Git 6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E7BB917B-312B-41E5-AC57-5610B53D32D4}"/>
              </a:ext>
            </a:extLst>
          </p:cNvPr>
          <p:cNvSpPr/>
          <p:nvPr/>
        </p:nvSpPr>
        <p:spPr>
          <a:xfrm>
            <a:off x="10719487" y="5896227"/>
            <a:ext cx="634313" cy="444844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D19BBA0A-E690-448B-A1CF-429EA1AAFFB1}"/>
              </a:ext>
            </a:extLst>
          </p:cNvPr>
          <p:cNvSpPr txBox="1"/>
          <p:nvPr/>
        </p:nvSpPr>
        <p:spPr>
          <a:xfrm>
            <a:off x="11353800" y="5787073"/>
            <a:ext cx="89784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rgbClr val="FF0000"/>
                </a:solidFill>
              </a:rPr>
              <a:t>Ana Sayfaya Dönme Butonu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40654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1A8B74B-F0D7-4229-8B7B-42B64F246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8346E563-3954-4C96-B88C-2FE1E31FBD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99" y="161582"/>
            <a:ext cx="11951733" cy="6510550"/>
          </a:xfrm>
        </p:spPr>
      </p:pic>
      <p:sp>
        <p:nvSpPr>
          <p:cNvPr id="6" name="Dikdörtgen 5">
            <a:extLst>
              <a:ext uri="{FF2B5EF4-FFF2-40B4-BE49-F238E27FC236}">
                <a16:creationId xmlns:a16="http://schemas.microsoft.com/office/drawing/2014/main" id="{2A39820B-5705-4D68-B928-55E5ADF46098}"/>
              </a:ext>
            </a:extLst>
          </p:cNvPr>
          <p:cNvSpPr/>
          <p:nvPr/>
        </p:nvSpPr>
        <p:spPr>
          <a:xfrm>
            <a:off x="255373" y="2712180"/>
            <a:ext cx="1606378" cy="5417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Eylem Düğmesi: Girişe Git 6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AD079165-25CF-443D-989C-8B81EFB4B81D}"/>
              </a:ext>
            </a:extLst>
          </p:cNvPr>
          <p:cNvSpPr/>
          <p:nvPr/>
        </p:nvSpPr>
        <p:spPr>
          <a:xfrm>
            <a:off x="11353800" y="185868"/>
            <a:ext cx="634313" cy="444844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E4E00888-1642-40B7-A8D0-8D2396DCC300}"/>
              </a:ext>
            </a:extLst>
          </p:cNvPr>
          <p:cNvSpPr txBox="1"/>
          <p:nvPr/>
        </p:nvSpPr>
        <p:spPr>
          <a:xfrm>
            <a:off x="11353800" y="654998"/>
            <a:ext cx="89784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rgbClr val="FF0000"/>
                </a:solidFill>
              </a:rPr>
              <a:t>Ana Sayfaya Dönme Butonu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17704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D2F92B9-E5E4-4E58-922C-0FAE7534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24583F33-A633-409A-A5E2-9DC4A64906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78" y="178057"/>
            <a:ext cx="12013181" cy="6578497"/>
          </a:xfrm>
        </p:spPr>
      </p:pic>
      <p:sp>
        <p:nvSpPr>
          <p:cNvPr id="6" name="Dikdörtgen 5">
            <a:extLst>
              <a:ext uri="{FF2B5EF4-FFF2-40B4-BE49-F238E27FC236}">
                <a16:creationId xmlns:a16="http://schemas.microsoft.com/office/drawing/2014/main" id="{426938F4-A2C5-4AE3-ABE2-A83D1AFCE845}"/>
              </a:ext>
            </a:extLst>
          </p:cNvPr>
          <p:cNvSpPr/>
          <p:nvPr/>
        </p:nvSpPr>
        <p:spPr>
          <a:xfrm>
            <a:off x="255373" y="2736893"/>
            <a:ext cx="1606378" cy="5417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Eylem Düğmesi: Girişe Git 6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BE749908-A072-4842-9A4F-76BB00B29B7A}"/>
              </a:ext>
            </a:extLst>
          </p:cNvPr>
          <p:cNvSpPr/>
          <p:nvPr/>
        </p:nvSpPr>
        <p:spPr>
          <a:xfrm>
            <a:off x="11276610" y="365125"/>
            <a:ext cx="634313" cy="444844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C52A46BE-E4BC-4AA5-B144-93461BD10657}"/>
              </a:ext>
            </a:extLst>
          </p:cNvPr>
          <p:cNvSpPr txBox="1"/>
          <p:nvPr/>
        </p:nvSpPr>
        <p:spPr>
          <a:xfrm>
            <a:off x="11286907" y="809969"/>
            <a:ext cx="89784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rgbClr val="FF0000"/>
                </a:solidFill>
              </a:rPr>
              <a:t>Ana Sayfaya Dönme Butonu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55495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BA79057-B763-4FAD-997D-69107DADE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133FD91B-02D6-4192-9D0B-4B4EC4BDE8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31" y="128631"/>
            <a:ext cx="11908311" cy="6436926"/>
          </a:xfrm>
        </p:spPr>
      </p:pic>
      <p:sp>
        <p:nvSpPr>
          <p:cNvPr id="6" name="Ok: Sol 5">
            <a:hlinkClick r:id="rId3" action="ppaction://hlinksldjump"/>
            <a:extLst>
              <a:ext uri="{FF2B5EF4-FFF2-40B4-BE49-F238E27FC236}">
                <a16:creationId xmlns:a16="http://schemas.microsoft.com/office/drawing/2014/main" id="{51B28D97-937E-4364-A45C-4B97A362BB4A}"/>
              </a:ext>
            </a:extLst>
          </p:cNvPr>
          <p:cNvSpPr/>
          <p:nvPr/>
        </p:nvSpPr>
        <p:spPr>
          <a:xfrm>
            <a:off x="3336324" y="5980670"/>
            <a:ext cx="1243914" cy="20594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C0C577DD-6ACB-4CE5-AB1B-48B95A6B731B}"/>
              </a:ext>
            </a:extLst>
          </p:cNvPr>
          <p:cNvSpPr/>
          <p:nvPr/>
        </p:nvSpPr>
        <p:spPr>
          <a:xfrm>
            <a:off x="156117" y="2514471"/>
            <a:ext cx="1364166" cy="4676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Eylem Düğmesi: Girişe Git 7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7968A9E4-9FCD-450C-B29D-87344FBACEA9}"/>
              </a:ext>
            </a:extLst>
          </p:cNvPr>
          <p:cNvSpPr/>
          <p:nvPr/>
        </p:nvSpPr>
        <p:spPr>
          <a:xfrm>
            <a:off x="11405428" y="286865"/>
            <a:ext cx="634313" cy="444844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744FDB45-F1E9-4BB1-8BB0-2D51B52CE07F}"/>
              </a:ext>
            </a:extLst>
          </p:cNvPr>
          <p:cNvSpPr txBox="1"/>
          <p:nvPr/>
        </p:nvSpPr>
        <p:spPr>
          <a:xfrm>
            <a:off x="11387077" y="737287"/>
            <a:ext cx="89784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rgbClr val="FF0000"/>
                </a:solidFill>
              </a:rPr>
              <a:t>Ana Sayfaya Dönme Butonu</a:t>
            </a:r>
          </a:p>
          <a:p>
            <a:endParaRPr lang="tr-TR" dirty="0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34F42960-DD3C-4F27-94DC-585AAE78C8BF}"/>
              </a:ext>
            </a:extLst>
          </p:cNvPr>
          <p:cNvSpPr txBox="1"/>
          <p:nvPr/>
        </p:nvSpPr>
        <p:spPr>
          <a:xfrm>
            <a:off x="4580238" y="5915619"/>
            <a:ext cx="1690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100" b="1" dirty="0">
                <a:solidFill>
                  <a:srgbClr val="FF0000"/>
                </a:solidFill>
              </a:rPr>
              <a:t>Ölçü Kontrol Tablosunu Açar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85262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00F35DC-1AE0-49E4-BB27-6F4AA3AEB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8" name="İçerik Yer Tutucusu 7">
            <a:extLst>
              <a:ext uri="{FF2B5EF4-FFF2-40B4-BE49-F238E27FC236}">
                <a16:creationId xmlns:a16="http://schemas.microsoft.com/office/drawing/2014/main" id="{D6EEF7F6-3780-437F-B0FA-984961652D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32" y="145106"/>
            <a:ext cx="12046422" cy="6585208"/>
          </a:xfrm>
        </p:spPr>
      </p:pic>
      <p:sp>
        <p:nvSpPr>
          <p:cNvPr id="9" name="Eylem Düğmesi: Girişe Git 8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A2FC11C9-6D91-4BD2-A8E8-E73A72CE9F4E}"/>
              </a:ext>
            </a:extLst>
          </p:cNvPr>
          <p:cNvSpPr/>
          <p:nvPr/>
        </p:nvSpPr>
        <p:spPr>
          <a:xfrm>
            <a:off x="11484655" y="292443"/>
            <a:ext cx="634313" cy="444844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91CE6348-C96D-4B83-8099-D29C47DBE679}"/>
              </a:ext>
            </a:extLst>
          </p:cNvPr>
          <p:cNvSpPr txBox="1"/>
          <p:nvPr/>
        </p:nvSpPr>
        <p:spPr>
          <a:xfrm>
            <a:off x="11484655" y="724931"/>
            <a:ext cx="89784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rgbClr val="FF0000"/>
                </a:solidFill>
              </a:rPr>
              <a:t>Ana Sayfaya Dönme Butonu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71466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14F06CA-4BFE-4260-8303-785A0B660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BFB4C3E4-51DD-4043-919D-C8F7163B18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5" y="211008"/>
            <a:ext cx="12037107" cy="6387499"/>
          </a:xfrm>
        </p:spPr>
      </p:pic>
      <p:sp>
        <p:nvSpPr>
          <p:cNvPr id="6" name="Dikdörtgen 5">
            <a:extLst>
              <a:ext uri="{FF2B5EF4-FFF2-40B4-BE49-F238E27FC236}">
                <a16:creationId xmlns:a16="http://schemas.microsoft.com/office/drawing/2014/main" id="{7C3416A4-9FE5-49E9-AA79-62F05087B6DE}"/>
              </a:ext>
            </a:extLst>
          </p:cNvPr>
          <p:cNvSpPr/>
          <p:nvPr/>
        </p:nvSpPr>
        <p:spPr>
          <a:xfrm>
            <a:off x="197708" y="3892121"/>
            <a:ext cx="1606378" cy="5417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Eylem Düğmesi: Girişe Git 6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888FD2EB-2CB6-4DD7-9E8E-43CCBA8DE55B}"/>
              </a:ext>
            </a:extLst>
          </p:cNvPr>
          <p:cNvSpPr/>
          <p:nvPr/>
        </p:nvSpPr>
        <p:spPr>
          <a:xfrm>
            <a:off x="11353800" y="365125"/>
            <a:ext cx="634313" cy="444844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C731108B-2CBD-4058-BFDC-25DB26BC1286}"/>
              </a:ext>
            </a:extLst>
          </p:cNvPr>
          <p:cNvSpPr txBox="1"/>
          <p:nvPr/>
        </p:nvSpPr>
        <p:spPr>
          <a:xfrm>
            <a:off x="11423979" y="829106"/>
            <a:ext cx="89784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rgbClr val="FF0000"/>
                </a:solidFill>
              </a:rPr>
              <a:t>Ana Sayfaya Dönme Butonu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985658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C8002A5-C6D2-4CB3-B713-AB3B86440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F4C55742-7F7C-4475-85FD-2C2027958E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39" y="87440"/>
            <a:ext cx="11911733" cy="6601683"/>
          </a:xfrm>
        </p:spPr>
      </p:pic>
      <p:sp>
        <p:nvSpPr>
          <p:cNvPr id="6" name="Dikdörtgen 5">
            <a:extLst>
              <a:ext uri="{FF2B5EF4-FFF2-40B4-BE49-F238E27FC236}">
                <a16:creationId xmlns:a16="http://schemas.microsoft.com/office/drawing/2014/main" id="{A4B917D8-0618-4704-8B2B-4C3C02A7A5FD}"/>
              </a:ext>
            </a:extLst>
          </p:cNvPr>
          <p:cNvSpPr/>
          <p:nvPr/>
        </p:nvSpPr>
        <p:spPr>
          <a:xfrm>
            <a:off x="247135" y="4367985"/>
            <a:ext cx="1606378" cy="5417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Eylem Düğmesi: Girişe Git 6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C8ABC876-9ACA-4ECC-BFDF-E339A774F5DE}"/>
              </a:ext>
            </a:extLst>
          </p:cNvPr>
          <p:cNvSpPr/>
          <p:nvPr/>
        </p:nvSpPr>
        <p:spPr>
          <a:xfrm>
            <a:off x="11263184" y="258032"/>
            <a:ext cx="634313" cy="444844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9661E47D-520A-46B1-B562-CECF59A1B49F}"/>
              </a:ext>
            </a:extLst>
          </p:cNvPr>
          <p:cNvSpPr txBox="1"/>
          <p:nvPr/>
        </p:nvSpPr>
        <p:spPr>
          <a:xfrm>
            <a:off x="11294154" y="702876"/>
            <a:ext cx="89784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rgbClr val="FF0000"/>
                </a:solidFill>
              </a:rPr>
              <a:t>Ana Sayfaya Dönme Butonu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01306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083FE33-A63A-47B6-88EA-DB3202900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ACEAD8EA-09D6-4A9D-A28B-43CD32C9DF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56" y="87440"/>
            <a:ext cx="12045477" cy="6626397"/>
          </a:xfrm>
        </p:spPr>
      </p:pic>
      <p:sp>
        <p:nvSpPr>
          <p:cNvPr id="6" name="Dikdörtgen 5">
            <a:extLst>
              <a:ext uri="{FF2B5EF4-FFF2-40B4-BE49-F238E27FC236}">
                <a16:creationId xmlns:a16="http://schemas.microsoft.com/office/drawing/2014/main" id="{77F36B50-1237-4582-BDE6-CF1C9309C03C}"/>
              </a:ext>
            </a:extLst>
          </p:cNvPr>
          <p:cNvSpPr/>
          <p:nvPr/>
        </p:nvSpPr>
        <p:spPr>
          <a:xfrm>
            <a:off x="238897" y="4796353"/>
            <a:ext cx="1606378" cy="5417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Eylem Düğmesi: Girişe Git 6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B7A36D10-27B3-47DF-A37A-465D3DF8B77C}"/>
              </a:ext>
            </a:extLst>
          </p:cNvPr>
          <p:cNvSpPr/>
          <p:nvPr/>
        </p:nvSpPr>
        <p:spPr>
          <a:xfrm>
            <a:off x="11112053" y="365125"/>
            <a:ext cx="634313" cy="444844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F4A8FFBC-72D6-4884-A5FA-D6E7620196E0}"/>
              </a:ext>
            </a:extLst>
          </p:cNvPr>
          <p:cNvSpPr txBox="1"/>
          <p:nvPr/>
        </p:nvSpPr>
        <p:spPr>
          <a:xfrm>
            <a:off x="11112053" y="860377"/>
            <a:ext cx="89784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rgbClr val="FF0000"/>
                </a:solidFill>
              </a:rPr>
              <a:t>Ana Sayfaya Dönme Butonu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081823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55F3BFF-9909-4EB1-8818-536598F31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5F99F307-69E1-4088-A44C-16BC846E2F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2" y="70965"/>
            <a:ext cx="11829240" cy="6593446"/>
          </a:xfrm>
        </p:spPr>
      </p:pic>
      <p:sp>
        <p:nvSpPr>
          <p:cNvPr id="6" name="Dikdörtgen 5">
            <a:extLst>
              <a:ext uri="{FF2B5EF4-FFF2-40B4-BE49-F238E27FC236}">
                <a16:creationId xmlns:a16="http://schemas.microsoft.com/office/drawing/2014/main" id="{8B84855D-19C4-42A0-8299-989CEDEBE247}"/>
              </a:ext>
            </a:extLst>
          </p:cNvPr>
          <p:cNvSpPr/>
          <p:nvPr/>
        </p:nvSpPr>
        <p:spPr>
          <a:xfrm>
            <a:off x="256168" y="5183531"/>
            <a:ext cx="1606378" cy="5417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Eylem Düğmesi: Girişe Git 6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DFE35D75-8796-4723-B6D4-2F8610A84207}"/>
              </a:ext>
            </a:extLst>
          </p:cNvPr>
          <p:cNvSpPr/>
          <p:nvPr/>
        </p:nvSpPr>
        <p:spPr>
          <a:xfrm>
            <a:off x="11202469" y="266271"/>
            <a:ext cx="634313" cy="444844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1354D59B-11F7-488C-8D26-613990A90906}"/>
              </a:ext>
            </a:extLst>
          </p:cNvPr>
          <p:cNvSpPr txBox="1"/>
          <p:nvPr/>
        </p:nvSpPr>
        <p:spPr>
          <a:xfrm>
            <a:off x="11279477" y="681546"/>
            <a:ext cx="89784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rgbClr val="FF0000"/>
                </a:solidFill>
              </a:rPr>
              <a:t>Ana Sayfaya Dönme Butonu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069175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F9E3225-CBE1-452C-B26D-5AE9FA396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CB75EC0D-A804-4071-9053-919DE6A16D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3" y="-1"/>
            <a:ext cx="11990526" cy="6771504"/>
          </a:xfrm>
        </p:spPr>
      </p:pic>
      <p:sp>
        <p:nvSpPr>
          <p:cNvPr id="6" name="Dikdörtgen 5">
            <a:extLst>
              <a:ext uri="{FF2B5EF4-FFF2-40B4-BE49-F238E27FC236}">
                <a16:creationId xmlns:a16="http://schemas.microsoft.com/office/drawing/2014/main" id="{73693550-D9CD-4339-9EAE-931FE55C4431}"/>
              </a:ext>
            </a:extLst>
          </p:cNvPr>
          <p:cNvSpPr/>
          <p:nvPr/>
        </p:nvSpPr>
        <p:spPr>
          <a:xfrm>
            <a:off x="197708" y="5554234"/>
            <a:ext cx="1606378" cy="5417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Eylem Düğmesi: Girişe Git 6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0ED0F82C-C5FB-4321-AC29-AD212983E3F8}"/>
              </a:ext>
            </a:extLst>
          </p:cNvPr>
          <p:cNvSpPr/>
          <p:nvPr/>
        </p:nvSpPr>
        <p:spPr>
          <a:xfrm>
            <a:off x="11194231" y="365125"/>
            <a:ext cx="634313" cy="444844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ACE00703-2C4C-4F8F-9174-9B0F58BFAC41}"/>
              </a:ext>
            </a:extLst>
          </p:cNvPr>
          <p:cNvSpPr txBox="1"/>
          <p:nvPr/>
        </p:nvSpPr>
        <p:spPr>
          <a:xfrm>
            <a:off x="11256192" y="812630"/>
            <a:ext cx="89784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b="1" dirty="0">
                <a:solidFill>
                  <a:srgbClr val="FF0000"/>
                </a:solidFill>
              </a:rPr>
              <a:t>Ana Sayfaya Dönme Butonu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33578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116</Words>
  <Application>Microsoft Office PowerPoint</Application>
  <PresentationFormat>Geniş ekran</PresentationFormat>
  <Paragraphs>29</Paragraphs>
  <Slides>22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Teması</vt:lpstr>
      <vt:lpstr>PowerPoint Sunusu</vt:lpstr>
      <vt:lpstr>PowerPoint Sunusu</vt:lpstr>
      <vt:lpstr>PowerPoint Sunusu</vt:lpstr>
      <vt:lpstr>"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SERHAT  BÜLBÜL</dc:creator>
  <cp:lastModifiedBy>SERHAT  BÜLBÜL</cp:lastModifiedBy>
  <cp:revision>7</cp:revision>
  <dcterms:created xsi:type="dcterms:W3CDTF">2025-06-23T11:47:52Z</dcterms:created>
  <dcterms:modified xsi:type="dcterms:W3CDTF">2025-06-23T13:15:34Z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LPManualFileClassification">
    <vt:lpwstr>{12384098-62C6-47E8-8F20-EBC6C64E871A}</vt:lpwstr>
  </property>
  <property fmtid="{D5CDD505-2E9C-101B-9397-08002B2CF9AE}" pid="3" name="DLPManualFileClassificationLastModifiedBy">
    <vt:lpwstr>KARDEMIR\sbulbul</vt:lpwstr>
  </property>
  <property fmtid="{D5CDD505-2E9C-101B-9397-08002B2CF9AE}" pid="4" name="DLPManualFileClassificationLastModificationDate">
    <vt:lpwstr>1750682851</vt:lpwstr>
  </property>
  <property fmtid="{D5CDD505-2E9C-101B-9397-08002B2CF9AE}" pid="5" name="DLPManualFileClassificationVersion">
    <vt:lpwstr>11.10.200.16</vt:lpwstr>
  </property>
</Properties>
</file>